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Small Business Database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IT 125 SQL Project -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Objective: Centralize business data into a structured relational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Problems Solved: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Data scattered across spreadsheets, receipts, and paper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Duplicate entries and inconsistent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Difficulty generating business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Solution Benefits: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Single source of truth for all business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Maintains data integrity through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Enables powerful analytics and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8 Interconnected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Core Tables: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Customers - Contact &amp; account details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Vendors - Supplier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Products - Master catalog of items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Inventory Items - Real-time stock levels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Sales - Transaction headers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Sales Line Items - Individual items per transaction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Expenses - Money leaving the business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Compliance Items - Regulatory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Customers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Stores customer contact, location, and account details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Fields: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customer_id (INT) - Primary 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first_name, last_name - Customer name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email, phone - Contact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address, city, state, zip_code - 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customer_since (DATE) - Account creation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loyalty_points (MEDIUMINT) - Rewards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active (TINYINT) - Boolean flag for soft-delete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Vendors &amp; Suppliers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Managing business supplier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Fields: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vendor_id (INT) - Primary 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vendor_name, contact_name - Company info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email, phone - Contact details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city, state - 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payment_terms - Billing arrangements (e.g., Net 30)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active - Vendor status flag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Linked to Inventory Items and Expenses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Products &amp;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Two-Layer Inventory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Products Table (Master Catalog):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Static list of all items the business sells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Stores pricing and cost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DECIMAL(10,2) for precise currency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Inventory Items Table (Dynamic Stock):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Real-time warehouse/store stock levels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Links products with vendors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Tracks reorder points to prevent stockouts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Sales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Two-Part Transaction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Sales Table (Header):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Overall transaction details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payment_method (Cash, Credit, Check, Digital)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sale_status (Pending, Completed, Refunded, Cancelled)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Sales_Line_Items Table (Detail Lines):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Individual products within a transaction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Unit price frozen for historical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Receipts remain correct if prices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Expenses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Tracking money leaving the business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Fields: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expense_id (INT) - Primary 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vendor_id (INT FK) - Which supplier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expense_name, expense_category -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amount (DECIMAL 10,2) - Cost amount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expense_date, due_date - Payment timeline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paid (TINYINT) - Payment status (0/1)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Business Value: Track payables, prevent missed payments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Compliance &amp; Regulations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Tracking regulatory, legal, and safety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Fields: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compliance_item_id (INT) - Primary 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item_name, item_type - License/requirement name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issuing_authority - Government agency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issue_date, expiration_date - Timeline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renewal_status - Current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renewal_cost (DECIMAL 10,2) - Renewal expense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Standalone Table: Independent tracking of obligations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Database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Data Normalization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Minimizes redundancy and ensures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Referential Integrity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Foreign keys prevent orphaned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Type Safety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ENUM fields, DECIMAL for currency, TIMESTAMP for audits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Scalability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Lightweight for startups, grows with business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Sample Queries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Top 10 Customers by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Identify your most valuable customers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Monthly Revenue Trends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Analyze sales growth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Inventory Reorder List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Prevent stockouts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Repeat Customer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Identify loyal customers for retention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20+ ready-to-run queries in the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Sales: Track revenue by customer, product, payment method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Inventory: Know stock levels, prevent waste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Customers: Build loyalty programs, identify top buyers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Expenses: Control costs, track payments, forecast budget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Compliance: Never miss renewal deadlines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Analytics: Monthly trends, profit margins, KPIs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Data Types &amp; Storage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INT - Entity IDs (customer_id, product_id)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VARCHAR - Names, addresses, text fields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DECIMAL(10,2) - Money (critical precision for currency)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DATE/TIMESTAMP - Calendar dates and exact moments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TINYINT(1) - Boolean flags (active, paid)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MEDIUMINT - Large quantities (stock, loyalty points)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ENUM - Fixed choices (payment_method, sale_status)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Data Integrity &amp;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Primary Keys (PK)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Guarantee uniqueness and enable fast lookups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Foreign Keys (FK)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Maintain relationships and prevent orphaned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ENUM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Only valid values accepted, prevents typos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Check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Enforce business rules (e.g., unit_price &gt; 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Soft Deletes (active flag) - Preserve historical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Implementation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Files Included: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smallbiz.sql - Complete database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Sample data - Populated test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smallbiz_insight_queries.sql - 20+ ready-to-run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Data_Dictionary.md - Complete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Quick Start: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Run smallbiz.sql in MySQL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Verify tables and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Execute sample queries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Query Categories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Customer Analysis: Signups, top buyers, repeat customers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Sales Insights: Daily/monthly revenue, payment methods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Product Performance: Best sellers, profitability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Inventory Management: Reorder levels, stock value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Financial Reports: Expenses, payables, vendor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Compliance Tracking: Expiring certifications, renewals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All queries include documentation and business 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Quarterly Review: Growth, best customers, profitable products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Inventory Crisis: Low stock items, turnover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Budget Planning: Total expenses, vendor spending, overdue bills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Customer Retention: Inactive customers, purchase frequency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Compliance Management: Expiration dates, renewals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Performance Analysis: Revenue trends, profit margins, KPIs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Database Design: Normalization, ERD,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SQL Fundamentals: CREATE TABLE, joins,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Query Writing: SELECT, GROUP BY, aggregates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Advanced Concepts: Many-to-many, soft deletes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Data Analysis: Reporting, trends, KPI calculations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Skills ready for real-world database administration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Project Delivers: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Complete normalized database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8 interconnected tables covering all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Sample data for immediate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20+ ready-to-run analytics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Achievements: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Centralized data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Business intelligence foundation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Production-ready solution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Small Business Database Management System</a:t>
            </a:r>
            <a:br/>
            <a:r>
              <a:t>IT 125 SQL |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