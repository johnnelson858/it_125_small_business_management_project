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F27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F0F6FC"/>
                </a:solidFill>
              </a:defRPr>
            </a:pPr>
            <a:r>
              <a:t>Small Business Database</a:t>
            </a:r>
            <a:br/>
            <a:r>
              <a:t>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0F6FC"/>
                </a:solidFill>
              </a:defRPr>
            </a:pPr>
            <a:r>
              <a:t>Transforming Data Into Decision-Making Power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🎯 Team 3 | IT 125 SQL | Summer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📋 Project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01  PROJECT OVERVIEW &amp; Business Challenge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02  DATABASE ARCHITECTURE &amp; 8 Core Tables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03  ENTITY RELATIONSHIP DIAGRAM &amp; Visual Design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04  TABLE STRUCTURES &amp; Data Dictionary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05  SALES TRANSACTION MODEL &amp; Data Flow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06  INVENTORY &amp; PRODUCT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07  ANALYTICS QUERIES &amp; Business Intelligence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08  IMPLEMENTATION &amp; Real-World Applications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67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0F6FC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C8C8C8"/>
                </a:solidFill>
              </a:defRPr>
            </a:pPr>
            <a:r>
              <a:t>Problems to Solutions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27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🎯 Business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❌ PROBLEM: Data Fragmentation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  • Spreadsheets, emails, paper records scattered everywhere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  • Customer data in multiple places (CRM, spreadsheets, emails)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  • No visibility into inventory or cash flow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❌ IMPACT: Operational Inefficiency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  • Duplicate customer records → billing errors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  • Stockouts due to poor inventory tracking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  • Hours spent manually compiling reports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  • No real-time business metrics for decision-making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✅ Modern Database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✓ UNIFIED DATA MODEL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  • 8 interconnected tables capturing all business operations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  • Single source of truth for all customer, product, sales data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✓ AUTOMATED REPORTING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  • 20+ ready-to-run analytics queries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  • Real-time dashboards ready for development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✓ DATA INTEGRITY &amp; SECURITY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  • Enforced relationships prevent data errors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  • Audit trails with timestamps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  • Historical data preservation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85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0F6FC"/>
                </a:solidFill>
              </a:defRPr>
            </a:pPr>
            <a:r>
              <a:t>DATABASE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C8C8C8"/>
                </a:solidFill>
              </a:defRPr>
            </a:pPr>
            <a:r>
              <a:t>8 Interconnected Tables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🗄️ 8 Core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👥 CUSTOMERS       | Client contact, location, loyalty program data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🏢 VENDORS         | Supplier information, payment terms, contacts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📦 PRODUCTS        | Master product catalog with pricing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📊 INVENTORY_ITEMS | Real-time warehouse stock levels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💳 SALES           | Transaction headers with payment info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🛒 SALES_LINE_ITEMS| Individual products per transaction (many-to-many)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💰 EXPENSES        | Financial outflows, vendor payments, budgets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✅ COMPLIANCE      | Licenses, permits, renewals, certifications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0F6FC"/>
                </a:solidFill>
              </a:defRPr>
            </a:pPr>
            <a:r>
              <a:t>🔗 Entity Relationship Diagram (ERD)</a:t>
            </a:r>
          </a:p>
        </p:txBody>
      </p:sp>
      <p:pic>
        <p:nvPicPr>
          <p:cNvPr id="4" name="Picture 3" descr="E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106993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B7280"/>
                </a:solidFill>
              </a:defRPr>
            </a:pPr>
            <a:r>
              <a:t>Complete visual representation of database relationships showing how 8 tables interconnect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489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0F6FC"/>
                </a:solidFill>
              </a:defRPr>
            </a:pPr>
            <a:r>
              <a:t>TABLE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C8C8C8"/>
                </a:solidFill>
              </a:defRPr>
            </a:pPr>
            <a:r>
              <a:t>Field-by-Field Details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👥 CUSTOMERS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PRIMARY KEY: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customer_id (INT)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CONTACT INFO: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first_name, last_name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email, phone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ADDRESS: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street_address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city, state, zip_code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914400"/>
            <a:ext cx="36576" cy="54864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0" y="9144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ACCOUNT DATA: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customer_since (DATE)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loyalty_points (MEDIUMINT)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active (TINYINT 1)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WHY THIS DESIGN: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✓ Soft-delete via 'active'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  preserves sales history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✓ Loyalty points for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  rewards program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27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📦 Dual-Layer Inventory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PRODUCTS TABLE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(Static Master Catalog)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product_id (PK)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product_name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category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unit_price (DECIMAL)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unit_cost (DECIMAL)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active flag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Purpose: Price anchor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for all transactions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914400"/>
            <a:ext cx="36576" cy="54864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0" y="9144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INVENTORY_ITEMS TABLE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(Dynamic Stock Levels)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inventory_item_id (PK)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product_id (FK)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vendor_id (FK)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stock_count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reorder_level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last_updated (TIMESTAMP)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Purpose: Real-time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warehouse tracking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💳 Two-Part Sales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SALES TABLE (Header)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One record per transaction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sale_id (PK)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customer_id (FK)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sale_timestamp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payment_method (ENUM)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  - Cash, Credit, Check,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    Digital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sale_status (ENUM)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  - Pending, Completed,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    Refunded, Cancelled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914400"/>
            <a:ext cx="36576" cy="54864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0" y="9144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SALES_LINE_ITEMS TABLE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(Details)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Many items per sale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sale_line_item_id (PK)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sale_id (FK)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product_id (FK)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quantity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unit_price (FROZEN)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🔑 KEY: Price captured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at sale time, survives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price changes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27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💰 Expenses &amp; Vendor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VENDORS TABLE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vendor_id (PK)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vendor_name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contact_name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email, phone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city, state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payment_terms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  (e.g., 'Net 30')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active flag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Links to: Inventory &amp;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Expenses tables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914400"/>
            <a:ext cx="36576" cy="54864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0" y="9144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EXPENSES TABLE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expense_id (PK)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vendor_id (FK)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expense_name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expense_category (ENUM)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amount (DECIMAL 10,2)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expense_date, due_date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paid (TINYINT 1)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frequency (ENUM)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notes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Tracks: Payables, budgets,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overdue payments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✅ COMPLIANCE_ITEMS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Standalone table for regulatory requirements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Key Fields: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compliance_item_id (PK) - Unique identifier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item_name - License, permit, insurance name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item_type (ENUM) - License | Insurance | Permit | Certification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issuing_authority - Government agency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issue_date, expiration_date - Timeline tracking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renewal_status (ENUM) - Current | Due Soon | Expired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renewal_cost (DECIMAL) - Budget planning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Business Value: Never miss a deadline, prevent penalties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C5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0F6FC"/>
                </a:solidFill>
              </a:defRPr>
            </a:pPr>
            <a:r>
              <a:t>DATA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C8C8C8"/>
                </a:solidFill>
              </a:defRPr>
            </a:pPr>
            <a:r>
              <a:t>Constraints &amp; Relationships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🎯 Data Types &amp; Storage Precision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INT (4 bytes)              | Primary/Foreign keys, counts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VARCHAR (variable)          | Text fields (names, addresses, emails)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DECIMAL(10,2) ⭐ CRITICAL   | Currency (never FLOAT for money!)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DATE                        | Dates (customer_since, expense_date)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TIMESTAMP                   | Exact moments (sale_timestamp, last_updated)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TINYINT(1)                  | Boolean flags (active=1, inactive=0)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MEDIUMINT (3 bytes)         | Larger quantities (stock count, loyalty points)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ENUM                        | Restricted choices (payment_method, sale_status)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Result: Balanced efficiency + accounting accuracy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🔒 Database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✓ PRIMARY KEYS (PK)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 Guarantee uniqueness • Enable fast indexed lookups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✓ FOREIGN KEYS (FK)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 Maintain relationships • Prevent orphaned records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✓ ENUM CONSTRAINTS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 Only valid values accepted (prevents typos)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✓ NOT NULL CONSTRAINTS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 Ensure critical fields always have data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✓ CHECK CONSTRAINTS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 Enforce business rules (e.g., unit_price &gt; 0)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✓ SOFT DELETES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 'active' flag allows deactivation while preserving history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67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0F6FC"/>
                </a:solidFill>
              </a:defRPr>
            </a:pPr>
            <a:r>
              <a:t>BUSINESS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C8C8C8"/>
                </a:solidFill>
              </a:defRPr>
            </a:pPr>
            <a:r>
              <a:t>20+ Ready-to-Run Queries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📊 Query Categories (20+ Available)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👥 CUSTOMER ANALYTICS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✓ New signups per month • Top customers by revenue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✓ Repeat vs one-time buyers • Purchase frequency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💳 SALES INSIGHTS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✓ Daily/monthly revenue trends • Revenue by payment method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✓ Average order value • Transaction status breakdown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📦 PRODUCT PERFORMANCE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✓ Best-selling products • Profit margins • Category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🏭 INVENTORY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✓ Items below reorder level • Total inventory value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💰 FINANCIAL REPORTS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✓ Expense tracking by category • Vendor analysis • Payables aging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27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💼 Real-World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QUARTERLY BUSINESS REVIEW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→ Are we growing? | Monthly revenue trends | Product profitability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INVENTORY CRISIS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→ What's running low? | Stock value analysis | Turnover rates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BUDGET PLANNING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→ Where's the money going? | Expense breakdown | Vendor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CUSTOMER RETENTION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→ Who might leave? | Purchase frequency | Churn risk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COMPLIANCE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→ What's expiring? | Renewal schedule | Cost forecasting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C5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0F6FC"/>
                </a:solidFill>
              </a:defRPr>
            </a:pPr>
            <a: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C8C8C8"/>
                </a:solidFill>
              </a:defRPr>
            </a:pPr>
            <a:r>
              <a:t>From Design to Deployment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📦 Project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✓ DATABASE SCHEMA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 smallbiz.sql | 8 tables | 50+ fields | Full documentation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✓ SAMPLE DATA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 100+ realistic test records across all tables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✓ ANALYTICS QUERIES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 20+ production-ready SQL queries with documentation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✓ DOCUMENTATION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 Data Dictionary | Database Design Explanation | ERD Diagram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✓ DEPLOYMENT READY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 One command to deploy: mysql &lt; smallbiz.sql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🚀 Quick Start (5 Minutes)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1️⃣  Download: smallbiz.sql from project folder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2️⃣  Deploy: Import into MySQL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 mysql -u root -p &lt; smallbiz.sql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3️⃣  Verify: Check all 8 tables created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 SHOW TABLES;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4️⃣  Test: Run sample queries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 SELECT * FROM customers;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5️⃣  Customize: Modify for your business needs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27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📈 KPI Dashboard 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REVENUE METRICS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→ Monthly revenue | Customer lifetime value | Product profit margins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OPERATIONAL METRICS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→ Inventory turnover | Days sales outstanding | Expense ratios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CUSTOMER METRICS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→ New customer acquisition | Repeat purchase rate | Churn risk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COMPLIANCE METRICS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→ Renewal compliance rate | Overdue renewals | Cost forecasting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All built into the database schema for easy dashboard integration!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🏗️ Database Design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✓ 3NF NORMALIZATION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Eliminates redundancy | Prevents update anomalies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✓ REFERENTIAL INTEGRITY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Foreign keys maintain data consistency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✓ SCALABILITY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Lightweight for startups | Grows with business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✓ EXTENSIBILITY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Easy to add features: reviews, returns, multi-location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✓ SECURITY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Ready for role-based access control &amp; encryption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🔮 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PHASE 1 (Immediate)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→ Web dashboard (Python Flask / Node.js) | KPI visualizations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PHASE 2 (Short-term)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→ Mobile app | Real-time alerts | Email notifications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PHASE 3 (Medium-term)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→ Predictive analytics | Churn prediction | Inventory optimization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PHASE 4 (Long-term)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→ Multi-location support | Supply chain integration | AI recommendations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🎓 SQL &amp; Database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✓ DATABASE DESIGN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ERD modeling | Normalization | Schema architecture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✓ SQL FUNDAMENTALS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CREATE TABLE | Data types | Constraints | Relationships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✓ QUERY WRITING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SELECT | WHERE | GROUP BY | Aggregates | JOINs | Subqueries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✓ DATA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KPI calculation | Trend analysis | Business intelligence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✓ PRODUCTION SKILLS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Documentation | Testing | Deployment | Best practices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✨ Project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TRANSFORMATION ACHIEVED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From: Scattered spreadsheets, manual reporting, data inconsistency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To: Unified database, automated reporting, data-driven decisions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BUSINESS VALUE DELIVERED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✓ Single source of truth for all operations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✓ Real-time visibility into revenue, inventory, expenses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✓ Automated reporting &amp; analytics foundation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✓ Production-ready for immediate deployment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Ready to transform your small business data into competitive advantage!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F27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F0F6FC"/>
                </a:solidFill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0F6FC"/>
                </a:solidFill>
              </a:defRPr>
            </a:pPr>
            <a:r>
              <a:t>Small Business Database Management System | Transforming Data Into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🎯 Team 3 | IT 125 SQL | Summer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