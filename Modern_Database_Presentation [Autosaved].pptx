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39712" y="41147"/>
            <a:ext cx="2167128" cy="2203703"/>
          </a:xfrm>
          <a:prstGeom prst="ellipse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481280"/>
            <a:ext cx="71506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0F6FC"/>
                </a:solidFill>
              </a:defRPr>
            </a:pPr>
            <a:r>
              <a:rPr sz="4000" dirty="0"/>
              <a:t>Small Business Database</a:t>
            </a:r>
            <a:br>
              <a:rPr sz="4000" dirty="0"/>
            </a:br>
            <a:r>
              <a:rPr sz="4000" dirty="0"/>
              <a:t>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📋 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01  PROJECT OVERVIEW &amp; Business Challenge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02  DATABASE ARCHITECTURE &amp; 8 Core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03  ENTITY RELATIONSHIP DIAGRAM &amp; Visual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04  TABLE STRUCTURES &amp; Data Dictionary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05  SALES TRANSACTION MODEL &amp; Data 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06  INVENTORY &amp; PRODUCT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07  ANALYTICS QUERIES &amp; Business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08  IMPLEMENTATION &amp;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Problems to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❌ PROBLEM: Data Fragmentation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Spreadsheets, emails, paper records scattered everywhere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Customer data in multiple places (CRM, spreadsheets, emails)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No visibility into inventory or cash 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❌ IMPACT: Operational Inefficiency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Duplicate customer records → billing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Stockouts due to poor inventory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Hours spent manually compiling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     • No real-time business metrics for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✅ Modern Database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UNIFIED DATA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8 interconnected tables capturing all business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Single source of truth for all customer, product, sales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AUTOMATED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20+ ready-to-run analytics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Real-time dashboards ready for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DATA INTEGRITY &amp;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Enforced relationships prevent data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Audit trails with timestamps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 • Historical data preservation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5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8 Interconnected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🗄️ 8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490472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👥 CUSTOMERS       | Client contact, location, loyalty program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🏢 VENDORS         | Supplier information, payment terms, contacts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📦 PRODUCTS        | Master product catalog with pricing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📊 INVENTORY_ITEMS | Real-time warehouse stock levels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💳 SALES           | Transaction headers with payment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🛒 SALES_LINE_ITEMS| Individual products per transaction (many-to-many)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💰 EXPENSES        | Financial outflows, vendor payments, budgets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✅ COMPLIANCE      | Licenses, permits, renewals, certifications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6FC"/>
                </a:solidFill>
              </a:defRPr>
            </a:pPr>
            <a:r>
              <a:t>🔗 Entity Relationship Diagram (ERD)</a:t>
            </a:r>
          </a:p>
        </p:txBody>
      </p:sp>
      <p:pic>
        <p:nvPicPr>
          <p:cNvPr id="4" name="Picture 3" descr="E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91440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TABLE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Field-by-Field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👥 CUSTOMERS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PRIMARY KEY: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customer_id (INT)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CONTACT INFO: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first_name, last_name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email, phone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ADDRESS: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street_address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city, state, zip_code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ACCOUNT DATA: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customer_since (DATE)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loyalty_points (MEDIUMINT)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(TINYINT 1)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WHY THIS DESIGN: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Soft-delete via 'active'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preserves sales history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✓ Loyalty points for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rewards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📦 Dual-Layer Inventory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PRODUCTS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(Static Master Catalog)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category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unit_price (DECIMAL)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unit_cost (DECIMAL)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flag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Purpose: Price anchor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for all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INVENTORY_ITEMS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(Dynamic Stock Levels)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inventory_item_id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stock_count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reorder_level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last_updated (TIMESTAMP)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Purpose: Real-time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warehouse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💳 Two-Part Sales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SALES TABLE (Header)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One record per transaction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customer_id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sale_timestamp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payment_method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- Cash, Credit, Check,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  Digital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sale_status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- Pending, Completed,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  Refunded, Cancelled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SALES_LINE_ITEMS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(Details)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Many items per sale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sale_line_item_id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sale_id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product_id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quantity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unit_price (FROZEN)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🔑 KEY: Price captured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at sale time, survives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price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💰 Expenses &amp; Vendor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VENDORS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contact_name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email, phone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city, state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payment_terms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  (e.g., 'Net 30')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active flag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Links to: Inventory &amp;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Expenses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6576" cy="5486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EXPENSES TABLE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expense_id (PK)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vendor_id (FK)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expense_name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expense_category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amount (DECIMAL 10,2)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expense_date, due_date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paid (TINYINT 1)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frequency (ENUM)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notes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endParaRPr/>
          </a:p>
          <a:p>
            <a:pPr>
              <a:defRPr sz="1600">
                <a:solidFill>
                  <a:srgbClr val="1F2937"/>
                </a:solidFill>
              </a:defRPr>
            </a:pPr>
            <a:r>
              <a:t>Tracks: Payables, budgets,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overdue payments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✅ COMPLIANCE_ITEMS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Standalone table for regulatory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Key Fields: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compliance_item_id</a:t>
            </a:r>
            <a:r>
              <a:rPr dirty="0"/>
              <a:t> (PK) - Unique identifier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item_name</a:t>
            </a:r>
            <a:r>
              <a:rPr dirty="0"/>
              <a:t> - License, permit, insurance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item_type</a:t>
            </a:r>
            <a:r>
              <a:rPr dirty="0"/>
              <a:t> (ENUM) - License | Insurance | Permit | Certification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issuing_authority</a:t>
            </a:r>
            <a:r>
              <a:rPr dirty="0"/>
              <a:t> - Government agency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issue_date</a:t>
            </a:r>
            <a:r>
              <a:rPr dirty="0"/>
              <a:t>, </a:t>
            </a:r>
            <a:r>
              <a:rPr dirty="0" err="1"/>
              <a:t>expiration_date</a:t>
            </a:r>
            <a:r>
              <a:rPr dirty="0"/>
              <a:t> - Timeline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renewal_status</a:t>
            </a:r>
            <a:r>
              <a:rPr dirty="0"/>
              <a:t> (ENUM) - Current | Due Soon | Expired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renewal_cost</a:t>
            </a:r>
            <a:r>
              <a:rPr dirty="0"/>
              <a:t> (DECIMAL) - Budget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Business Value: Never miss a deadline, prevent penalties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Constraints &amp;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🎯 Data Types &amp; Storage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INT (4 bytes)              | Primary/Foreign keys, 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VARCHAR (variable)          | Text fields (names, addresses, emails)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DECIMAL(10,2) ⭐ CRITICAL   | Currency (never FLOAT for money!)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DATE                        | Dates (customer_since, expense_date)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TIMESTAMP                   | Exact moments (sale_timestamp, last_updated)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TINYINT(1)                  | Boolean flags (active=1, inactive=0)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MEDIUMINT (3 bytes)         | Larger quantities (stock count, loyalty points)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ENUM                        | Restricted choices (payment_method, sale_status)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Result: Balanced efficiency + accounting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🔒 Database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PRIMARY KEYS (PK)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Guarantee uniqueness • Enable fast indexed lookups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FOREIGN KEYS (FK)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Maintain relationships • Prevent orphaned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ENUM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Only valid values accepted (prevents typos)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NOT NULL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Ensure critical fields always have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CHECK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Enforce business rules (e.g., </a:t>
            </a:r>
            <a:r>
              <a:rPr dirty="0" err="1"/>
              <a:t>unit_price</a:t>
            </a:r>
            <a:r>
              <a:rPr dirty="0"/>
              <a:t> &gt; 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SOFT DELETES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'active' flag allows deactivation while preserving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6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20+ Ready-to-Run Queries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📊 Query Categories (20+ Available)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👥 CUSTOMER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New signups per month • Top customers by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Repeat vs one-time buyers • Purchase frequency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💳 SALES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Daily/monthly revenue trends • Revenue by payment method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Average order value • Transaction status breakdown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📦 PRODUCT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Best-selling products • Profit margins • Category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🏭 INVENTORY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Items below reorder level • Total inventory value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💰 FINANCIAL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Expense tracking by category • Vendor analysis • Payables aging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💼 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QUARTERLY BUSINESS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Are we growing? | Monthly revenue trends | Product profitability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INVENTORY CRISIS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What's running low? | Stock value analysis | Turnover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BUDGET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Where's the money going? | Expense breakdown | Vendor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CUSTOMER RETENTION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Who might leave? | Purchase frequency | Churn risk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COMPLIANCE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What's expiring? | Renewal schedule | Cost forecasting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6FC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From Design to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📦 Project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</a:t>
            </a:r>
            <a:r>
              <a:rPr dirty="0" err="1"/>
              <a:t>smallbiz.sql</a:t>
            </a:r>
            <a:r>
              <a:rPr dirty="0"/>
              <a:t> | 8 tables | 50+ fields | Full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SAMPLE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100+ realistic test records across all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ANALYTICS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20+ production-ready SQL queries with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Data Dictionary | Database Design Explanation | ERD Diagram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DEPLOYMENT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One command to deploy: </a:t>
            </a:r>
            <a:r>
              <a:rPr dirty="0" err="1"/>
              <a:t>mysql</a:t>
            </a:r>
            <a:r>
              <a:rPr dirty="0"/>
              <a:t> &lt; </a:t>
            </a:r>
            <a:r>
              <a:rPr dirty="0" err="1"/>
              <a:t>smallbiz.sql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🚀 Quick Start (5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1️⃣  Download: </a:t>
            </a:r>
            <a:r>
              <a:rPr dirty="0" err="1"/>
              <a:t>smallbiz.sql</a:t>
            </a:r>
            <a:r>
              <a:rPr dirty="0"/>
              <a:t> from project folder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2️⃣  Deploy: Import into MySQL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</a:t>
            </a:r>
            <a:r>
              <a:rPr dirty="0" err="1"/>
              <a:t>mysql</a:t>
            </a:r>
            <a:r>
              <a:rPr dirty="0"/>
              <a:t> -u root -p &lt; </a:t>
            </a:r>
            <a:r>
              <a:rPr dirty="0" err="1"/>
              <a:t>smallbiz.sql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3️⃣  Verify: Check all 8 tables created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SHOW TABLES;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4️⃣  Test: Run sample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 SELECT * FROM customers;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5️⃣  Customize: Modify for your business needs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📈 KPI Dashboard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REVENUE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Monthly revenue | Customer lifetime value | Product profit margins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OPERATIONAL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Inventory turnover | Days sales outstanding | Expense ratios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CUSTOMER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New customer acquisition | Repeat purchase rate | Churn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COMPLIANCE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Renewal compliance rate | Overdue renewals | Cost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All built into the database schema for easy dashboard integration!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🏗️ Database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3NF NORMALIZATION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Eliminates redundancy | Prevents update anomalies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REFERENTIAL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Foreign keys maintain data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SCALABILITY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Lightweight for startups | Grows with business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EXTENSIBILITY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Easy to add features: reviews, returns, multi-location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Ready for role-based access control &amp; encryption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🔮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PHASE 1 (Immediate)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Web dashboard (Python Flask / Node.js) | KPI visualizations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PHASE 2 (Short-term)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Mobile app | Real-time alerts | Email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PHASE 3 (Medium-term)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Predictive analytics | Churn prediction | Inventory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PHASE 4 (Long-term)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→ Multi-location support | Supply chain integration | AI recommendations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🎓 SQL &amp; Database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DATABASE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ERD modeling | Normalization | Schema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SQL FUNDAMENTALS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CREATE TABLE | Data types | Constraints |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QUERY WRITING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SELECT | WHERE | GROUP BY | Aggregates | JOINs | Subqueries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DATA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KPI calculation | Trend analysis | Business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PRODUCTION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Documentation | Testing | Deployment | Best practices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✨ Project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TRANSFORMATION ACHIEVED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From: Scattered spreadsheets, manual reporting, data inconsistency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To: Unified database, automated reporting, data-driven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BUSINESS VALUE DELIVERED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Single source of truth for all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Real-time visibility into revenue, inventory, expenses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Automated reporting &amp; analytics foundation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 ✓ Production-ready for immediate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Ready to transform your small business data into competitive advantage!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24073" y="0"/>
            <a:ext cx="2191327" cy="2286000"/>
          </a:xfrm>
          <a:prstGeom prst="ellipse">
            <a:avLst/>
          </a:prstGeom>
          <a:solidFill>
            <a:srgbClr val="F27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238" y="635168"/>
            <a:ext cx="4814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0F6FC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5859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6FC"/>
                </a:solidFill>
              </a:defRPr>
            </a:pPr>
            <a:r>
              <a:rPr dirty="0"/>
              <a:t>Small Business Database Management System | Transforming Data Into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🎯 Team 3 | IT 125 SQL |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1713</Words>
  <Application>Microsoft Office PowerPoint</Application>
  <PresentationFormat>On-screen Show (4:3)</PresentationFormat>
  <Paragraphs>288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Bahaeldin</dc:creator>
  <cp:keywords/>
  <dc:description>generated using python-pptx</dc:description>
  <cp:lastModifiedBy>Bahaeldin AhmedAwad</cp:lastModifiedBy>
  <cp:revision>2</cp:revision>
  <dcterms:created xsi:type="dcterms:W3CDTF">2013-01-27T09:14:16Z</dcterms:created>
  <dcterms:modified xsi:type="dcterms:W3CDTF">2026-08-18T19:48:14Z</dcterms:modified>
  <cp:category/>
</cp:coreProperties>
</file>